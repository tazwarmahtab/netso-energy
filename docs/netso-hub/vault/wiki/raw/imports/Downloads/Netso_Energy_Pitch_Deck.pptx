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Netso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Rooftop Solar Infrastructure-as-a-Service (RESCO/OPEX)</a:t>
            </a:r>
          </a:p>
          <a:p>
            <a:r>
              <a:t>Bangladesh | Early Traction (Pilot + LOIs)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electricity cost + unreliable grid in Bangladesh</a:t>
            </a:r>
          </a:p>
          <a:p>
            <a:r>
              <a:t>Heavy diesel backup usage during outages</a:t>
            </a:r>
          </a:p>
          <a:p>
            <a:r>
              <a:t>Rooftop solar underused due to upfront CAPEX barrier</a:t>
            </a:r>
          </a:p>
          <a:p>
            <a:r>
              <a:t>Result: wasted rooftop potential + avoidable CO₂ emissions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Netso finances, owns, and operates rooftop solar systems</a:t>
            </a:r>
          </a:p>
          <a:p>
            <a:r>
              <a:t>Zero upfront cost for customers</a:t>
            </a:r>
          </a:p>
          <a:p>
            <a:r>
              <a:t>Customers pay lower-than-grid per-kWh tariff</a:t>
            </a:r>
          </a:p>
          <a:p>
            <a:r>
              <a:t>Long-term 10–15 year contracts (RESCO model)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Identify high-consumption buildings</a:t>
            </a:r>
          </a:p>
          <a:p>
            <a:r>
              <a:t>2. Install Netso-owned solar systems</a:t>
            </a:r>
          </a:p>
          <a:p>
            <a:r>
              <a:t>3. Sign long-term PPA contracts</a:t>
            </a:r>
          </a:p>
          <a:p>
            <a:r>
              <a:t>4. Customer pays per-kWh below grid</a:t>
            </a:r>
          </a:p>
          <a:p>
            <a:r>
              <a:t>5. Netso collects recurring revenue</a:t>
            </a:r>
          </a:p>
          <a:p>
            <a:r>
              <a:t>6. System becomes high-margin post-loan asset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electricity tariffs (up to 14 BDT/kWh)</a:t>
            </a:r>
          </a:p>
          <a:p>
            <a:r>
              <a:t>Government RESCO/OPEX policy shift</a:t>
            </a:r>
          </a:p>
          <a:p>
            <a:r>
              <a:t>IDCOL-backed financing available</a:t>
            </a:r>
          </a:p>
          <a:p>
            <a:r>
              <a:t>Grid instability increasing demand</a:t>
            </a:r>
          </a:p>
          <a:p>
            <a:r>
              <a:t>Solar penetration still very 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per-kWh electricity sales (PPA)</a:t>
            </a:r>
          </a:p>
          <a:p>
            <a:r>
              <a:t>Per building revenue: ~BDT 22,000/month</a:t>
            </a:r>
          </a:p>
          <a:p>
            <a:r>
              <a:t>Profit during loan: ~BDT 9,500/month</a:t>
            </a:r>
          </a:p>
          <a:p>
            <a:r>
              <a:t>Post-loan profit: ~BDT 21,700/month</a:t>
            </a:r>
          </a:p>
          <a:p>
            <a:r>
              <a:t>Equity payback ~28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pilot installation (Chattogram)</a:t>
            </a:r>
          </a:p>
          <a:p>
            <a:r>
              <a:t>Validated 22 kW financial model</a:t>
            </a:r>
          </a:p>
          <a:p>
            <a:r>
              <a:t>Multiple LOIs from building owners</a:t>
            </a:r>
          </a:p>
          <a:p>
            <a:r>
              <a:t>Supplier quotations secured</a:t>
            </a:r>
          </a:p>
          <a:p>
            <a:r>
              <a:t>IDCOL financing pathway identified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6–12 storey residential buildings</a:t>
            </a:r>
          </a:p>
          <a:p>
            <a:r>
              <a:t>Electricity bills: BDT 40K–60K/month</a:t>
            </a:r>
          </a:p>
          <a:p>
            <a:r>
              <a:t>Start: Chattogram → expand Dhaka</a:t>
            </a:r>
          </a:p>
          <a:p>
            <a:r>
              <a:t>Distribution: founder-led → partners (architects, developers)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upfront OPEX model</a:t>
            </a:r>
          </a:p>
          <a:p>
            <a:r>
              <a:t>Asset ownership → recurring revenue</a:t>
            </a:r>
          </a:p>
          <a:p>
            <a:r>
              <a:t>IDCOL-backed leverage financing</a:t>
            </a:r>
          </a:p>
          <a:p>
            <a:r>
              <a:t>Local fabrication cost advantage</a:t>
            </a:r>
          </a:p>
          <a:p>
            <a:r>
              <a:t>Strong per-building unit economics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building: ~23 tons CO₂ reduction/year</a:t>
            </a:r>
          </a:p>
          <a:p>
            <a:r>
              <a:t>Displaces fossil grid electricity</a:t>
            </a:r>
          </a:p>
          <a:p>
            <a:r>
              <a:t>Reduces diesel generator usage</a:t>
            </a:r>
          </a:p>
          <a:p>
            <a:r>
              <a:t>Scalable distributed clean energy network</a:t>
            </a:r>
          </a:p>
          <a:p>
            <a:r>
              <a:t>100 buildings = ~2,300 tons CO₂ reduction/year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